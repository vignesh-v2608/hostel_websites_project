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40EC025B-379D-4934-B7EF-A579040DCE15}"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6311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C025B-379D-4934-B7EF-A579040DCE15}" type="slidenum">
              <a:rPr lang="en-US" smtClean="0"/>
              <a:t>‹#›</a:t>
            </a:fld>
            <a:endParaRPr lang="en-US"/>
          </a:p>
        </p:txBody>
      </p:sp>
    </p:spTree>
    <p:extLst>
      <p:ext uri="{BB962C8B-B14F-4D97-AF65-F5344CB8AC3E}">
        <p14:creationId xmlns:p14="http://schemas.microsoft.com/office/powerpoint/2010/main" val="285085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C025B-379D-4934-B7EF-A579040DCE15}"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2112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46DA7B4-7263-408C-9285-BF96A58CD34B}" type="datetimeFigureOut">
              <a:rPr lang="en-US" smtClean="0"/>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EC025B-379D-4934-B7EF-A579040DCE15}" type="slidenum">
              <a:rPr lang="en-US" smtClean="0"/>
              <a:t>‹#›</a:t>
            </a:fld>
            <a:endParaRPr lang="en-US"/>
          </a:p>
        </p:txBody>
      </p:sp>
    </p:spTree>
    <p:extLst>
      <p:ext uri="{BB962C8B-B14F-4D97-AF65-F5344CB8AC3E}">
        <p14:creationId xmlns:p14="http://schemas.microsoft.com/office/powerpoint/2010/main" val="3805752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46DA7B4-7263-408C-9285-BF96A58CD34B}" type="datetimeFigureOut">
              <a:rPr lang="en-US" smtClean="0"/>
              <a:t>3/26/2024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EC025B-379D-4934-B7EF-A579040DCE15}"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166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46DA7B4-7263-408C-9285-BF96A58CD34B}" type="datetimeFigureOut">
              <a:rPr lang="en-US" smtClean="0"/>
              <a:t>3/26/2024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EC025B-379D-4934-B7EF-A579040DCE1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6557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6DA7B4-7263-408C-9285-BF96A58CD34B}" type="datetimeFigureOut">
              <a:rPr lang="en-US" smtClean="0"/>
              <a:t>3/26/2024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EC025B-379D-4934-B7EF-A579040DCE15}" type="slidenum">
              <a:rPr lang="en-US" smtClean="0"/>
              <a:t>‹#›</a:t>
            </a:fld>
            <a:endParaRPr lang="en-US"/>
          </a:p>
        </p:txBody>
      </p:sp>
    </p:spTree>
    <p:extLst>
      <p:ext uri="{BB962C8B-B14F-4D97-AF65-F5344CB8AC3E}">
        <p14:creationId xmlns:p14="http://schemas.microsoft.com/office/powerpoint/2010/main" val="998866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46DA7B4-7263-408C-9285-BF96A58CD34B}" type="datetimeFigureOut">
              <a:rPr lang="en-US" smtClean="0"/>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EC025B-379D-4934-B7EF-A579040DCE15}"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8788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46DA7B4-7263-408C-9285-BF96A58CD34B}" type="datetimeFigureOut">
              <a:rPr lang="en-US" smtClean="0"/>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EC025B-379D-4934-B7EF-A579040DCE15}" type="slidenum">
              <a:rPr lang="en-US" smtClean="0"/>
              <a:t>‹#›</a:t>
            </a:fld>
            <a:endParaRPr lang="en-US"/>
          </a:p>
        </p:txBody>
      </p:sp>
    </p:spTree>
    <p:extLst>
      <p:ext uri="{BB962C8B-B14F-4D97-AF65-F5344CB8AC3E}">
        <p14:creationId xmlns:p14="http://schemas.microsoft.com/office/powerpoint/2010/main" val="535943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46DA7B4-7263-408C-9285-BF96A58CD34B}" type="datetimeFigureOut">
              <a:rPr lang="en-US" smtClean="0"/>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EC025B-379D-4934-B7EF-A579040DCE15}" type="slidenum">
              <a:rPr lang="en-US" smtClean="0"/>
              <a:t>‹#›</a:t>
            </a:fld>
            <a:endParaRPr lang="en-US"/>
          </a:p>
        </p:txBody>
      </p:sp>
    </p:spTree>
    <p:extLst>
      <p:ext uri="{BB962C8B-B14F-4D97-AF65-F5344CB8AC3E}">
        <p14:creationId xmlns:p14="http://schemas.microsoft.com/office/powerpoint/2010/main" val="3263741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C025B-379D-4934-B7EF-A579040DCE15}"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6977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C025B-379D-4934-B7EF-A579040DCE1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73014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C025B-379D-4934-B7EF-A579040DCE15}" type="slidenum">
              <a:rPr lang="en-US" smtClean="0"/>
              <a:t>‹#›</a:t>
            </a:fld>
            <a:endParaRPr lang="en-US"/>
          </a:p>
        </p:txBody>
      </p:sp>
    </p:spTree>
    <p:extLst>
      <p:ext uri="{BB962C8B-B14F-4D97-AF65-F5344CB8AC3E}">
        <p14:creationId xmlns:p14="http://schemas.microsoft.com/office/powerpoint/2010/main" val="3744055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C025B-379D-4934-B7EF-A579040DCE1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5930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C025B-379D-4934-B7EF-A579040DCE15}"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54019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C025B-379D-4934-B7EF-A579040DCE1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3395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46DA7B4-7263-408C-9285-BF96A58CD34B}" type="datetimeFigureOut">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C025B-379D-4934-B7EF-A579040DCE15}"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2889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46DA7B4-7263-408C-9285-BF96A58CD34B}" type="datetimeFigureOut">
              <a:rPr lang="en-US" smtClean="0"/>
              <a:t>3/26/2024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0EC025B-379D-4934-B7EF-A579040DCE15}" type="slidenum">
              <a:rPr lang="en-US" smtClean="0"/>
              <a:t>‹#›</a:t>
            </a:fld>
            <a:endParaRPr lang="en-US"/>
          </a:p>
        </p:txBody>
      </p:sp>
    </p:spTree>
    <p:extLst>
      <p:ext uri="{BB962C8B-B14F-4D97-AF65-F5344CB8AC3E}">
        <p14:creationId xmlns:p14="http://schemas.microsoft.com/office/powerpoint/2010/main" val="1633702044"/>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
            </a:r>
            <a:br>
              <a:rPr lang="en-US" b="1" dirty="0" smtClean="0"/>
            </a:br>
            <a:r>
              <a:rPr lang="en-029" sz="2400" b="1" dirty="0">
                <a:latin typeface="Times New Roman" panose="02020603050405020304" pitchFamily="18" charset="0"/>
                <a:cs typeface="Times New Roman" panose="02020603050405020304" pitchFamily="18" charset="0"/>
              </a:rPr>
              <a:t>LOYOLA MEN’S HOSTEL MANAGEMENT </a:t>
            </a:r>
            <a:r>
              <a:rPr lang="en-029" sz="2400" b="1" dirty="0" smtClean="0">
                <a:latin typeface="Times New Roman" panose="02020603050405020304" pitchFamily="18" charset="0"/>
                <a:cs typeface="Times New Roman" panose="02020603050405020304" pitchFamily="18" charset="0"/>
              </a:rPr>
              <a:t>SYSTEM</a:t>
            </a:r>
            <a:r>
              <a:rPr lang="en-US" dirty="0"/>
              <a:t/>
            </a:r>
            <a:br>
              <a:rPr lang="en-US" dirty="0"/>
            </a:br>
            <a:r>
              <a:rPr lang="en-US" sz="1800" b="1" dirty="0"/>
              <a:t>VIGNESH.V    </a:t>
            </a:r>
            <a:r>
              <a:rPr lang="en-029" sz="1800" b="1" dirty="0"/>
              <a:t>[</a:t>
            </a:r>
            <a:r>
              <a:rPr lang="en-US" sz="1800" b="1" dirty="0"/>
              <a:t>23021U09049]</a:t>
            </a:r>
            <a:endParaRPr lang="en-US" sz="4000" dirty="0"/>
          </a:p>
        </p:txBody>
      </p:sp>
      <p:sp>
        <p:nvSpPr>
          <p:cNvPr id="3" name="Subtitle 2"/>
          <p:cNvSpPr>
            <a:spLocks noGrp="1"/>
          </p:cNvSpPr>
          <p:nvPr>
            <p:ph type="subTitle" idx="1"/>
          </p:nvPr>
        </p:nvSpPr>
        <p:spPr/>
        <p:txBody>
          <a:bodyPr>
            <a:normAutofit fontScale="25000" lnSpcReduction="20000"/>
          </a:bodyPr>
          <a:lstStyle/>
          <a:p>
            <a:r>
              <a:rPr lang="en-US" b="1" dirty="0"/>
              <a:t> </a:t>
            </a:r>
            <a:endParaRPr lang="en-US" dirty="0"/>
          </a:p>
          <a:p>
            <a:r>
              <a:rPr lang="en-US" sz="7200" b="1" dirty="0" smtClean="0">
                <a:latin typeface="Times New Roman" panose="02020603050405020304" pitchFamily="18" charset="0"/>
                <a:cs typeface="Times New Roman" panose="02020603050405020304" pitchFamily="18" charset="0"/>
              </a:rPr>
              <a:t>Prof. J. KALAIYARASI., MCA.,</a:t>
            </a:r>
            <a:endParaRPr lang="en-US" sz="7200" dirty="0" smtClean="0">
              <a:latin typeface="Times New Roman" panose="02020603050405020304" pitchFamily="18" charset="0"/>
              <a:cs typeface="Times New Roman" panose="02020603050405020304" pitchFamily="18" charset="0"/>
            </a:endParaRPr>
          </a:p>
          <a:p>
            <a:r>
              <a:rPr lang="en-029" sz="7200" b="1" dirty="0" err="1" smtClean="0">
                <a:latin typeface="Times New Roman" panose="02020603050405020304" pitchFamily="18" charset="0"/>
                <a:cs typeface="Times New Roman" panose="02020603050405020304" pitchFamily="18" charset="0"/>
              </a:rPr>
              <a:t>Asst</a:t>
            </a:r>
            <a:r>
              <a:rPr lang="en-029" sz="7200" b="1" dirty="0" smtClean="0">
                <a:latin typeface="Times New Roman" panose="02020603050405020304" pitchFamily="18" charset="0"/>
                <a:cs typeface="Times New Roman" panose="02020603050405020304" pitchFamily="18" charset="0"/>
              </a:rPr>
              <a:t> Professor, Department of Computer </a:t>
            </a:r>
            <a:r>
              <a:rPr lang="en-US" sz="7200" b="1" dirty="0" smtClean="0">
                <a:latin typeface="Times New Roman" panose="02020603050405020304" pitchFamily="18" charset="0"/>
                <a:cs typeface="Times New Roman" panose="02020603050405020304" pitchFamily="18" charset="0"/>
              </a:rPr>
              <a:t>Applications</a:t>
            </a:r>
            <a:endParaRPr lang="en-US" sz="7200" dirty="0" smtClean="0">
              <a:latin typeface="Times New Roman" panose="02020603050405020304" pitchFamily="18" charset="0"/>
              <a:cs typeface="Times New Roman" panose="02020603050405020304" pitchFamily="18" charset="0"/>
            </a:endParaRPr>
          </a:p>
          <a:p>
            <a:r>
              <a:rPr lang="en-029" sz="7200" b="1" dirty="0" smtClean="0">
                <a:latin typeface="Times New Roman" panose="02020603050405020304" pitchFamily="18" charset="0"/>
                <a:cs typeface="Times New Roman" panose="02020603050405020304" pitchFamily="18" charset="0"/>
              </a:rPr>
              <a:t>Loyola College, Vettavalam</a:t>
            </a:r>
            <a:r>
              <a:rPr lang="en-029" sz="9600" b="1" dirty="0" smtClean="0">
                <a:latin typeface="Times New Roman" panose="02020603050405020304" pitchFamily="18" charset="0"/>
                <a:cs typeface="Times New Roman" panose="02020603050405020304" pitchFamily="18" charset="0"/>
              </a:rPr>
              <a:t>.</a:t>
            </a:r>
            <a:endParaRPr lang="en-US" sz="9600"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017544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029" sz="2800" b="1" dirty="0">
                <a:latin typeface="Times New Roman" panose="02020603050405020304" pitchFamily="18" charset="0"/>
                <a:cs typeface="Times New Roman" panose="02020603050405020304" pitchFamily="18" charset="0"/>
              </a:rPr>
              <a:t>ABSTRACT</a:t>
            </a:r>
            <a:r>
              <a:rPr lang="en-US" sz="1200" dirty="0"/>
              <a:t/>
            </a:r>
            <a:br>
              <a:rPr lang="en-US" sz="1200" dirty="0"/>
            </a:br>
            <a:endParaRPr lang="en-US" dirty="0"/>
          </a:p>
        </p:txBody>
      </p:sp>
      <p:sp>
        <p:nvSpPr>
          <p:cNvPr id="3" name="Content Placeholder 2"/>
          <p:cNvSpPr>
            <a:spLocks noGrp="1"/>
          </p:cNvSpPr>
          <p:nvPr>
            <p:ph idx="1"/>
          </p:nvPr>
        </p:nvSpPr>
        <p:spPr>
          <a:xfrm>
            <a:off x="1295401" y="2285999"/>
            <a:ext cx="9601196" cy="3589869"/>
          </a:xfrm>
        </p:spPr>
        <p:txBody>
          <a:bodyPr>
            <a:noAutofit/>
          </a:bodyPr>
          <a:lstStyle/>
          <a:p>
            <a:pPr marL="0" indent="0">
              <a:buNone/>
            </a:pPr>
            <a:endParaRPr lang="en-US" sz="1600" dirty="0">
              <a:latin typeface="Times New Roman" panose="02020603050405020304" pitchFamily="18" charset="0"/>
              <a:cs typeface="Times New Roman" panose="02020603050405020304" pitchFamily="18" charset="0"/>
            </a:endParaRPr>
          </a:p>
          <a:p>
            <a:r>
              <a:rPr lang="en-US" sz="1800" dirty="0">
                <a:latin typeface="+mj-lt"/>
                <a:cs typeface="Times New Roman" panose="02020603050405020304" pitchFamily="18" charset="0"/>
              </a:rPr>
              <a:t>           This project aims to develop a dynamic and visually appealing website for a hostel, The Loyola Men’s Hostel Management System (LMHMS) is a comprehensive web-based application designed to streamline the management of hostel facilities. It provides an efficient platform for hostel administrators, managers, and residents to handle various tasks related to hostel operations. The system offers functionalities for hostel booking, room allocation, resident management, maintenance requests, and administrative tasks.</a:t>
            </a:r>
          </a:p>
          <a:p>
            <a:r>
              <a:rPr lang="en-029" sz="1800" b="1" dirty="0">
                <a:latin typeface="+mj-lt"/>
                <a:cs typeface="Times New Roman" panose="02020603050405020304" pitchFamily="18" charset="0"/>
              </a:rPr>
              <a:t>           </a:t>
            </a:r>
            <a:r>
              <a:rPr lang="en-US" sz="1800" dirty="0">
                <a:latin typeface="+mj-lt"/>
                <a:cs typeface="Times New Roman" panose="02020603050405020304" pitchFamily="18" charset="0"/>
              </a:rPr>
              <a:t>The primary objective of LMHMS is to automate and simplify hostel management processes, thereby enhancing efficiency and user experience. Through an intuitive web interface, hostel administrators can manage hostel information, including room availability, pricing, and rules. Residents can conveniently access the system to check room availability, make bookings, and submit maintenance requests</a:t>
            </a:r>
            <a:endParaRPr lang="en-US" sz="1800" dirty="0">
              <a:latin typeface="+mj-lt"/>
              <a:cs typeface="Times New Roman" panose="02020603050405020304" pitchFamily="18" charset="0"/>
            </a:endParaRPr>
          </a:p>
        </p:txBody>
      </p:sp>
    </p:spTree>
    <p:extLst>
      <p:ext uri="{BB962C8B-B14F-4D97-AF65-F5344CB8AC3E}">
        <p14:creationId xmlns:p14="http://schemas.microsoft.com/office/powerpoint/2010/main" val="174132397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029" b="1" dirty="0"/>
              <a:t>Problem Statement</a:t>
            </a:r>
            <a:r>
              <a:rPr lang="en-US" dirty="0"/>
              <a:t/>
            </a:r>
            <a:br>
              <a:rPr lang="en-US" dirty="0"/>
            </a:br>
            <a:r>
              <a:rPr lang="en-029" b="1" dirty="0"/>
              <a:t>	</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029" sz="2800" dirty="0"/>
              <a:t>Hostel management is often a complex and time-consuming process, involving numerous tasks such as room allocation, resident management, maintenance handling, and administrative duties. Traditional methods of managing hostels using manual processes or outdated software systems can lead to inefficiencies, errors, and a poor user experience for both administrators and residents.</a:t>
            </a:r>
            <a:endParaRPr lang="en-US" sz="2800" dirty="0"/>
          </a:p>
        </p:txBody>
      </p:sp>
    </p:spTree>
    <p:extLst>
      <p:ext uri="{BB962C8B-B14F-4D97-AF65-F5344CB8AC3E}">
        <p14:creationId xmlns:p14="http://schemas.microsoft.com/office/powerpoint/2010/main" val="308306297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029" b="1" dirty="0"/>
              <a:t>Proposed System</a:t>
            </a:r>
            <a:endParaRPr lang="en-US" dirty="0"/>
          </a:p>
        </p:txBody>
      </p:sp>
      <p:sp>
        <p:nvSpPr>
          <p:cNvPr id="3" name="Content Placeholder 2"/>
          <p:cNvSpPr>
            <a:spLocks noGrp="1"/>
          </p:cNvSpPr>
          <p:nvPr>
            <p:ph idx="1"/>
          </p:nvPr>
        </p:nvSpPr>
        <p:spPr/>
        <p:txBody>
          <a:bodyPr/>
          <a:lstStyle/>
          <a:p>
            <a:r>
              <a:rPr lang="en-029" dirty="0"/>
              <a:t>Site users enter check in date and check out date then search for availability and rates. After choosing the right room in the wanted hostel – all booking and reservation process is done on the site and an SMS is sent to confirm the booking.</a:t>
            </a:r>
            <a:endParaRPr lang="en-US" dirty="0"/>
          </a:p>
        </p:txBody>
      </p:sp>
    </p:spTree>
    <p:extLst>
      <p:ext uri="{BB962C8B-B14F-4D97-AF65-F5344CB8AC3E}">
        <p14:creationId xmlns:p14="http://schemas.microsoft.com/office/powerpoint/2010/main" val="111509204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029" b="1" dirty="0"/>
              <a:t>Hardware </a:t>
            </a:r>
            <a:r>
              <a:rPr lang="en-029" b="1" dirty="0" smtClean="0"/>
              <a:t>Requirements &amp; </a:t>
            </a:r>
            <a:r>
              <a:rPr lang="en-029" b="1" dirty="0"/>
              <a:t>Software Requirements</a:t>
            </a:r>
            <a:endParaRPr lang="en-US" dirty="0"/>
          </a:p>
        </p:txBody>
      </p:sp>
      <p:sp>
        <p:nvSpPr>
          <p:cNvPr id="5" name="Text Placeholder 4"/>
          <p:cNvSpPr>
            <a:spLocks noGrp="1"/>
          </p:cNvSpPr>
          <p:nvPr>
            <p:ph type="body" idx="1"/>
          </p:nvPr>
        </p:nvSpPr>
        <p:spPr/>
        <p:txBody>
          <a:bodyPr/>
          <a:lstStyle/>
          <a:p>
            <a:pPr algn="ctr"/>
            <a:r>
              <a:rPr lang="en-029" b="1" dirty="0"/>
              <a:t>Hardware Requirements</a:t>
            </a:r>
            <a:endParaRPr lang="en-US" dirty="0"/>
          </a:p>
        </p:txBody>
      </p:sp>
      <p:sp>
        <p:nvSpPr>
          <p:cNvPr id="6" name="Content Placeholder 5"/>
          <p:cNvSpPr>
            <a:spLocks noGrp="1"/>
          </p:cNvSpPr>
          <p:nvPr>
            <p:ph sz="half" idx="2"/>
          </p:nvPr>
        </p:nvSpPr>
        <p:spPr>
          <a:xfrm>
            <a:off x="1158922" y="3602424"/>
            <a:ext cx="4718304" cy="2632605"/>
          </a:xfrm>
        </p:spPr>
        <p:txBody>
          <a:bodyPr>
            <a:normAutofit/>
          </a:bodyPr>
          <a:lstStyle/>
          <a:p>
            <a:r>
              <a:rPr lang="en-029" sz="2000" dirty="0" smtClean="0"/>
              <a:t>PROCESSOR  : </a:t>
            </a:r>
            <a:r>
              <a:rPr lang="en-029" sz="2000" dirty="0"/>
              <a:t>AMD RYZEN 5 5600G</a:t>
            </a:r>
            <a:endParaRPr lang="en-US" sz="2000" dirty="0"/>
          </a:p>
          <a:p>
            <a:r>
              <a:rPr lang="en-029" sz="2000" dirty="0" smtClean="0"/>
              <a:t>HARD </a:t>
            </a:r>
            <a:r>
              <a:rPr lang="en-029" sz="2000" dirty="0"/>
              <a:t>DISK	: 1 TB</a:t>
            </a:r>
            <a:endParaRPr lang="en-US" sz="2000" dirty="0"/>
          </a:p>
          <a:p>
            <a:r>
              <a:rPr lang="en-029" sz="2000" dirty="0" smtClean="0"/>
              <a:t>SSD</a:t>
            </a:r>
            <a:r>
              <a:rPr lang="en-029" sz="2000" dirty="0"/>
              <a:t>	</a:t>
            </a:r>
            <a:r>
              <a:rPr lang="en-029" sz="2000" dirty="0" smtClean="0"/>
              <a:t>               : </a:t>
            </a:r>
            <a:r>
              <a:rPr lang="en-029" sz="2000" dirty="0"/>
              <a:t>256 GB		</a:t>
            </a:r>
            <a:endParaRPr lang="en-US" sz="2000" dirty="0"/>
          </a:p>
          <a:p>
            <a:r>
              <a:rPr lang="en-029" sz="2000" dirty="0" smtClean="0"/>
              <a:t>RAM</a:t>
            </a:r>
            <a:r>
              <a:rPr lang="en-029" sz="2000" dirty="0"/>
              <a:t>		</a:t>
            </a:r>
            <a:r>
              <a:rPr lang="en-029" sz="2000" dirty="0" smtClean="0"/>
              <a:t>        : </a:t>
            </a:r>
            <a:r>
              <a:rPr lang="en-029" sz="2000" dirty="0"/>
              <a:t>16 GB DDR4 3600 MHz</a:t>
            </a:r>
            <a:endParaRPr lang="en-US" sz="2000" dirty="0"/>
          </a:p>
          <a:p>
            <a:endParaRPr lang="en-US" dirty="0"/>
          </a:p>
        </p:txBody>
      </p:sp>
      <p:sp>
        <p:nvSpPr>
          <p:cNvPr id="7" name="Text Placeholder 6"/>
          <p:cNvSpPr>
            <a:spLocks noGrp="1"/>
          </p:cNvSpPr>
          <p:nvPr>
            <p:ph type="body" sz="quarter" idx="3"/>
          </p:nvPr>
        </p:nvSpPr>
        <p:spPr/>
        <p:txBody>
          <a:bodyPr/>
          <a:lstStyle/>
          <a:p>
            <a:pPr algn="ctr"/>
            <a:r>
              <a:rPr lang="en-029" b="1" dirty="0"/>
              <a:t>Software Requirements</a:t>
            </a:r>
            <a:endParaRPr lang="en-US" dirty="0"/>
          </a:p>
        </p:txBody>
      </p:sp>
      <p:sp>
        <p:nvSpPr>
          <p:cNvPr id="8" name="Content Placeholder 7"/>
          <p:cNvSpPr>
            <a:spLocks noGrp="1"/>
          </p:cNvSpPr>
          <p:nvPr>
            <p:ph sz="quarter" idx="4"/>
          </p:nvPr>
        </p:nvSpPr>
        <p:spPr>
          <a:xfrm>
            <a:off x="6276204" y="3602423"/>
            <a:ext cx="4718304" cy="2632605"/>
          </a:xfrm>
        </p:spPr>
        <p:txBody>
          <a:bodyPr>
            <a:normAutofit/>
          </a:bodyPr>
          <a:lstStyle/>
          <a:p>
            <a:r>
              <a:rPr lang="en-029" sz="2000" dirty="0"/>
              <a:t>OPERATING </a:t>
            </a:r>
            <a:r>
              <a:rPr lang="en-029" sz="2000" dirty="0" smtClean="0"/>
              <a:t>SYSTEM : </a:t>
            </a:r>
            <a:r>
              <a:rPr lang="en-029" sz="2000" dirty="0"/>
              <a:t>Windows10</a:t>
            </a:r>
            <a:endParaRPr lang="en-US" sz="2000" dirty="0"/>
          </a:p>
          <a:p>
            <a:r>
              <a:rPr lang="en-029" sz="2000" dirty="0" smtClean="0"/>
              <a:t>FRONT-END</a:t>
            </a:r>
            <a:r>
              <a:rPr lang="en-029" sz="2000" dirty="0"/>
              <a:t>	</a:t>
            </a:r>
            <a:r>
              <a:rPr lang="en-029" sz="2000" dirty="0"/>
              <a:t> </a:t>
            </a:r>
            <a:r>
              <a:rPr lang="en-029" sz="2000" dirty="0" smtClean="0"/>
              <a:t>         : </a:t>
            </a:r>
            <a:r>
              <a:rPr lang="en-029" sz="2000" dirty="0"/>
              <a:t>HTML, </a:t>
            </a:r>
            <a:r>
              <a:rPr lang="en-029" sz="2000" dirty="0" smtClean="0"/>
              <a:t>CSS, JavaScript</a:t>
            </a:r>
            <a:endParaRPr lang="en-US" sz="2000" dirty="0"/>
          </a:p>
          <a:p>
            <a:r>
              <a:rPr lang="en-029" sz="2000" dirty="0" smtClean="0"/>
              <a:t>BACKEND-END</a:t>
            </a:r>
            <a:r>
              <a:rPr lang="en-029" sz="2000" dirty="0"/>
              <a:t>		: PHP, MySQL</a:t>
            </a:r>
            <a:endParaRPr lang="en-US" sz="2000" dirty="0"/>
          </a:p>
          <a:p>
            <a:r>
              <a:rPr lang="en-029" sz="2000" dirty="0" smtClean="0"/>
              <a:t>SOFTWARE</a:t>
            </a:r>
            <a:r>
              <a:rPr lang="en-029" sz="2000" dirty="0"/>
              <a:t>			: XAMPP, VS CODE</a:t>
            </a:r>
            <a:endParaRPr lang="en-US" sz="2000" dirty="0"/>
          </a:p>
          <a:p>
            <a:endParaRPr lang="en-US" dirty="0"/>
          </a:p>
        </p:txBody>
      </p:sp>
    </p:spTree>
    <p:extLst>
      <p:ext uri="{BB962C8B-B14F-4D97-AF65-F5344CB8AC3E}">
        <p14:creationId xmlns:p14="http://schemas.microsoft.com/office/powerpoint/2010/main" val="1295283189"/>
      </p:ext>
    </p:extLst>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029" b="1" dirty="0"/>
              <a:t>List of Modules</a:t>
            </a:r>
            <a:r>
              <a:rPr lang="en-US" dirty="0"/>
              <a:t/>
            </a:r>
            <a:br>
              <a:rPr lang="en-US" dirty="0"/>
            </a:br>
            <a:endParaRPr lang="en-US" dirty="0"/>
          </a:p>
        </p:txBody>
      </p:sp>
      <p:sp>
        <p:nvSpPr>
          <p:cNvPr id="8" name="Content Placeholder 7"/>
          <p:cNvSpPr>
            <a:spLocks noGrp="1"/>
          </p:cNvSpPr>
          <p:nvPr>
            <p:ph idx="1"/>
          </p:nvPr>
        </p:nvSpPr>
        <p:spPr>
          <a:xfrm>
            <a:off x="1295401" y="2556931"/>
            <a:ext cx="9601195" cy="3680095"/>
          </a:xfrm>
        </p:spPr>
        <p:txBody>
          <a:bodyPr>
            <a:normAutofit lnSpcReduction="10000"/>
          </a:bodyPr>
          <a:lstStyle/>
          <a:p>
            <a:pPr marL="0" indent="0">
              <a:buNone/>
            </a:pPr>
            <a:r>
              <a:rPr lang="en-029" dirty="0" smtClean="0"/>
              <a:t>1)	Home</a:t>
            </a:r>
            <a:r>
              <a:rPr lang="en-US" dirty="0"/>
              <a:t/>
            </a:r>
            <a:br>
              <a:rPr lang="en-US" dirty="0"/>
            </a:br>
            <a:r>
              <a:rPr lang="en-US" dirty="0" smtClean="0"/>
              <a:t>2)	</a:t>
            </a:r>
            <a:r>
              <a:rPr lang="en-029" dirty="0" smtClean="0"/>
              <a:t>About</a:t>
            </a:r>
            <a:r>
              <a:rPr lang="en-US" dirty="0"/>
              <a:t/>
            </a:r>
            <a:br>
              <a:rPr lang="en-US" dirty="0"/>
            </a:br>
            <a:r>
              <a:rPr lang="en-US" dirty="0" smtClean="0"/>
              <a:t>3)	</a:t>
            </a:r>
            <a:r>
              <a:rPr lang="en-029" dirty="0" smtClean="0"/>
              <a:t>Gallery</a:t>
            </a:r>
            <a:r>
              <a:rPr lang="en-US" dirty="0"/>
              <a:t/>
            </a:r>
            <a:br>
              <a:rPr lang="en-US" dirty="0"/>
            </a:br>
            <a:r>
              <a:rPr lang="en-US" dirty="0" smtClean="0"/>
              <a:t>4)	</a:t>
            </a:r>
            <a:r>
              <a:rPr lang="en-029" dirty="0" smtClean="0"/>
              <a:t>Team</a:t>
            </a:r>
            <a:r>
              <a:rPr lang="en-US" dirty="0"/>
              <a:t/>
            </a:r>
            <a:br>
              <a:rPr lang="en-US" dirty="0"/>
            </a:br>
            <a:r>
              <a:rPr lang="en-US" dirty="0" smtClean="0"/>
              <a:t>5)	</a:t>
            </a:r>
            <a:r>
              <a:rPr lang="en-029" dirty="0" smtClean="0"/>
              <a:t>Contact </a:t>
            </a:r>
            <a:r>
              <a:rPr lang="en-029" dirty="0"/>
              <a:t>us</a:t>
            </a:r>
            <a:r>
              <a:rPr lang="en-US" dirty="0"/>
              <a:t/>
            </a:r>
            <a:br>
              <a:rPr lang="en-US" dirty="0"/>
            </a:br>
            <a:r>
              <a:rPr lang="en-US" dirty="0" smtClean="0"/>
              <a:t>6)	</a:t>
            </a:r>
            <a:r>
              <a:rPr lang="en-029" dirty="0" smtClean="0"/>
              <a:t>Newsletter</a:t>
            </a:r>
            <a:r>
              <a:rPr lang="en-US" dirty="0"/>
              <a:t/>
            </a:r>
            <a:br>
              <a:rPr lang="en-US" dirty="0"/>
            </a:br>
            <a:r>
              <a:rPr lang="en-US" dirty="0" smtClean="0"/>
              <a:t>7)	</a:t>
            </a:r>
            <a:r>
              <a:rPr lang="en-029" dirty="0" smtClean="0"/>
              <a:t>Payment </a:t>
            </a:r>
            <a:r>
              <a:rPr lang="en-029" dirty="0"/>
              <a:t>Receipt</a:t>
            </a:r>
            <a:r>
              <a:rPr lang="en-US" dirty="0"/>
              <a:t/>
            </a:r>
            <a:br>
              <a:rPr lang="en-US" dirty="0"/>
            </a:br>
            <a:r>
              <a:rPr lang="en-US" dirty="0" smtClean="0"/>
              <a:t>8)	</a:t>
            </a:r>
            <a:r>
              <a:rPr lang="en-029" dirty="0" smtClean="0"/>
              <a:t>Reservation</a:t>
            </a:r>
            <a:r>
              <a:rPr lang="en-US" dirty="0"/>
              <a:t/>
            </a:r>
            <a:br>
              <a:rPr lang="en-US" dirty="0"/>
            </a:br>
            <a:r>
              <a:rPr lang="en-US" dirty="0" smtClean="0"/>
              <a:t>9)	</a:t>
            </a:r>
            <a:r>
              <a:rPr lang="en-029" dirty="0" smtClean="0"/>
              <a:t>Payment </a:t>
            </a:r>
            <a:r>
              <a:rPr lang="en-029" dirty="0"/>
              <a:t>method</a:t>
            </a:r>
            <a:r>
              <a:rPr lang="en-US" dirty="0"/>
              <a:t/>
            </a:r>
            <a:br>
              <a:rPr lang="en-US" dirty="0"/>
            </a:br>
            <a:endParaRPr lang="en-US" dirty="0"/>
          </a:p>
        </p:txBody>
      </p:sp>
    </p:spTree>
    <p:extLst>
      <p:ext uri="{BB962C8B-B14F-4D97-AF65-F5344CB8AC3E}">
        <p14:creationId xmlns:p14="http://schemas.microsoft.com/office/powerpoint/2010/main" val="412966831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93811" y="1514900"/>
            <a:ext cx="3718455" cy="1856097"/>
          </a:xfrm>
        </p:spPr>
        <p:txBody>
          <a:bodyPr>
            <a:normAutofit/>
          </a:bodyPr>
          <a:lstStyle/>
          <a:p>
            <a:r>
              <a:rPr lang="en-029" sz="3200" b="1" dirty="0"/>
              <a:t>Sequence Diagram</a:t>
            </a:r>
            <a:r>
              <a:rPr lang="en-US" sz="3200" dirty="0"/>
              <a:t/>
            </a:r>
            <a:br>
              <a:rPr lang="en-US" sz="3200" dirty="0"/>
            </a:br>
            <a:endParaRPr lang="en-US" sz="3200" dirty="0"/>
          </a:p>
        </p:txBody>
      </p:sp>
      <p:pic>
        <p:nvPicPr>
          <p:cNvPr id="7" name="Content Placeholder 6"/>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5131558" y="723331"/>
            <a:ext cx="6182435" cy="5704765"/>
          </a:xfrm>
          <a:prstGeom prst="rect">
            <a:avLst/>
          </a:prstGeom>
        </p:spPr>
      </p:pic>
    </p:spTree>
    <p:extLst>
      <p:ext uri="{BB962C8B-B14F-4D97-AF65-F5344CB8AC3E}">
        <p14:creationId xmlns:p14="http://schemas.microsoft.com/office/powerpoint/2010/main" val="1369094461"/>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029" sz="2800" b="1" dirty="0"/>
              <a:t>Data Flow Diagram</a:t>
            </a:r>
            <a:endParaRPr lang="en-US" sz="2800" dirty="0"/>
          </a:p>
        </p:txBody>
      </p:sp>
      <p:pic>
        <p:nvPicPr>
          <p:cNvPr id="9" name="Content Placeholder 8"/>
          <p:cNvPicPr>
            <a:picLocks noGrp="1"/>
          </p:cNvPicPr>
          <p:nvPr>
            <p:ph sz="half" idx="1"/>
          </p:nvPr>
        </p:nvPicPr>
        <p:blipFill>
          <a:blip r:embed="rId2">
            <a:extLst>
              <a:ext uri="{28A0092B-C50C-407E-A947-70E740481C1C}">
                <a14:useLocalDpi xmlns:a14="http://schemas.microsoft.com/office/drawing/2010/main" val="0"/>
              </a:ext>
            </a:extLst>
          </a:blip>
          <a:stretch>
            <a:fillRect/>
          </a:stretch>
        </p:blipFill>
        <p:spPr>
          <a:xfrm>
            <a:off x="736979" y="2579426"/>
            <a:ext cx="5444365" cy="3603009"/>
          </a:xfrm>
          <a:prstGeom prst="rect">
            <a:avLst/>
          </a:prstGeom>
        </p:spPr>
      </p:pic>
      <p:pic>
        <p:nvPicPr>
          <p:cNvPr id="10" name="Content Placeholder 9"/>
          <p:cNvPicPr>
            <a:picLocks noGrp="1"/>
          </p:cNvPicPr>
          <p:nvPr>
            <p:ph sz="half" idx="2"/>
          </p:nvPr>
        </p:nvPicPr>
        <p:blipFill>
          <a:blip r:embed="rId3">
            <a:extLst>
              <a:ext uri="{28A0092B-C50C-407E-A947-70E740481C1C}">
                <a14:useLocalDpi xmlns:a14="http://schemas.microsoft.com/office/drawing/2010/main" val="0"/>
              </a:ext>
            </a:extLst>
          </a:blip>
          <a:stretch>
            <a:fillRect/>
          </a:stretch>
        </p:blipFill>
        <p:spPr>
          <a:xfrm>
            <a:off x="6181344" y="2470245"/>
            <a:ext cx="4818752" cy="3712191"/>
          </a:xfrm>
          <a:prstGeom prst="rect">
            <a:avLst/>
          </a:prstGeom>
        </p:spPr>
      </p:pic>
    </p:spTree>
    <p:extLst>
      <p:ext uri="{BB962C8B-B14F-4D97-AF65-F5344CB8AC3E}">
        <p14:creationId xmlns:p14="http://schemas.microsoft.com/office/powerpoint/2010/main" val="2420284192"/>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029" b="1" dirty="0"/>
              <a:t>Database Table Design</a:t>
            </a:r>
            <a:endParaRPr lang="en-US" dirty="0"/>
          </a:p>
        </p:txBody>
      </p:sp>
      <p:pic>
        <p:nvPicPr>
          <p:cNvPr id="5" name="Picture 4"/>
          <p:cNvPicPr/>
          <p:nvPr/>
        </p:nvPicPr>
        <p:blipFill rotWithShape="1">
          <a:blip r:embed="rId2">
            <a:extLst>
              <a:ext uri="{28A0092B-C50C-407E-A947-70E740481C1C}">
                <a14:useLocalDpi xmlns:a14="http://schemas.microsoft.com/office/drawing/2010/main" val="0"/>
              </a:ext>
            </a:extLst>
          </a:blip>
          <a:srcRect l="19775" t="24531" r="17240" b="8966"/>
          <a:stretch/>
        </p:blipFill>
        <p:spPr bwMode="auto">
          <a:xfrm>
            <a:off x="1473958" y="2380932"/>
            <a:ext cx="9144000" cy="381515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302366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029" b="1" dirty="0"/>
              <a:t>Screenshot</a:t>
            </a:r>
            <a:endParaRPr lang="en-US" dirty="0"/>
          </a:p>
        </p:txBody>
      </p:sp>
      <p:pic>
        <p:nvPicPr>
          <p:cNvPr id="3" name="Picture 2"/>
          <p:cNvPicPr/>
          <p:nvPr/>
        </p:nvPicPr>
        <p:blipFill>
          <a:blip r:embed="rId2" cstate="print">
            <a:extLst>
              <a:ext uri="{28A0092B-C50C-407E-A947-70E740481C1C}">
                <a14:useLocalDpi xmlns:a14="http://schemas.microsoft.com/office/drawing/2010/main" val="0"/>
              </a:ext>
            </a:extLst>
          </a:blip>
          <a:stretch>
            <a:fillRect/>
          </a:stretch>
        </p:blipFill>
        <p:spPr>
          <a:xfrm>
            <a:off x="1801505" y="2402005"/>
            <a:ext cx="8857396" cy="3807725"/>
          </a:xfrm>
          <a:prstGeom prst="rect">
            <a:avLst/>
          </a:prstGeom>
        </p:spPr>
      </p:pic>
    </p:spTree>
    <p:extLst>
      <p:ext uri="{BB962C8B-B14F-4D97-AF65-F5344CB8AC3E}">
        <p14:creationId xmlns:p14="http://schemas.microsoft.com/office/powerpoint/2010/main" val="3463406334"/>
      </p:ext>
    </p:extLst>
  </p:cSld>
  <p:clrMapOvr>
    <a:masterClrMapping/>
  </p:clrMapOvr>
  <p:transition spd="slow">
    <p:comb/>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cstate="print">
            <a:extLst>
              <a:ext uri="{28A0092B-C50C-407E-A947-70E740481C1C}">
                <a14:useLocalDpi xmlns:a14="http://schemas.microsoft.com/office/drawing/2010/main" val="0"/>
              </a:ext>
            </a:extLst>
          </a:blip>
          <a:stretch>
            <a:fillRect/>
          </a:stretch>
        </p:blipFill>
        <p:spPr>
          <a:xfrm>
            <a:off x="1378424" y="1119117"/>
            <a:ext cx="9703558" cy="4913194"/>
          </a:xfrm>
          <a:prstGeom prst="rect">
            <a:avLst/>
          </a:prstGeom>
        </p:spPr>
      </p:pic>
    </p:spTree>
    <p:extLst>
      <p:ext uri="{BB962C8B-B14F-4D97-AF65-F5344CB8AC3E}">
        <p14:creationId xmlns:p14="http://schemas.microsoft.com/office/powerpoint/2010/main" val="3786234662"/>
      </p:ext>
    </p:extLst>
  </p:cSld>
  <p:clrMapOvr>
    <a:masterClrMapping/>
  </p:clrMapOvr>
  <p:transition spd="slow">
    <p:wheel spokes="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cstate="print">
            <a:extLst>
              <a:ext uri="{28A0092B-C50C-407E-A947-70E740481C1C}">
                <a14:useLocalDpi xmlns:a14="http://schemas.microsoft.com/office/drawing/2010/main" val="0"/>
              </a:ext>
            </a:extLst>
          </a:blip>
          <a:stretch>
            <a:fillRect/>
          </a:stretch>
        </p:blipFill>
        <p:spPr>
          <a:xfrm>
            <a:off x="1637731" y="818866"/>
            <a:ext cx="9280478" cy="5404513"/>
          </a:xfrm>
          <a:prstGeom prst="rect">
            <a:avLst/>
          </a:prstGeom>
        </p:spPr>
      </p:pic>
    </p:spTree>
    <p:extLst>
      <p:ext uri="{BB962C8B-B14F-4D97-AF65-F5344CB8AC3E}">
        <p14:creationId xmlns:p14="http://schemas.microsoft.com/office/powerpoint/2010/main" val="1916924647"/>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405719" y="887104"/>
            <a:ext cx="9526138" cy="51315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43723536"/>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cstate="print">
            <a:extLst>
              <a:ext uri="{28A0092B-C50C-407E-A947-70E740481C1C}">
                <a14:useLocalDpi xmlns:a14="http://schemas.microsoft.com/office/drawing/2010/main" val="0"/>
              </a:ext>
            </a:extLst>
          </a:blip>
          <a:stretch>
            <a:fillRect/>
          </a:stretch>
        </p:blipFill>
        <p:spPr>
          <a:xfrm>
            <a:off x="1105469" y="750626"/>
            <a:ext cx="10140286" cy="5308979"/>
          </a:xfrm>
          <a:prstGeom prst="rect">
            <a:avLst/>
          </a:prstGeom>
        </p:spPr>
      </p:pic>
    </p:spTree>
    <p:extLst>
      <p:ext uri="{BB962C8B-B14F-4D97-AF65-F5344CB8AC3E}">
        <p14:creationId xmlns:p14="http://schemas.microsoft.com/office/powerpoint/2010/main" val="19414505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029" b="1" dirty="0"/>
              <a:t>Future </a:t>
            </a:r>
            <a:r>
              <a:rPr lang="en-029" b="1" dirty="0" smtClean="0"/>
              <a:t>Scope</a:t>
            </a:r>
            <a:endParaRPr lang="en-US" dirty="0"/>
          </a:p>
        </p:txBody>
      </p:sp>
      <p:sp>
        <p:nvSpPr>
          <p:cNvPr id="4" name="Text Placeholder 3"/>
          <p:cNvSpPr>
            <a:spLocks noGrp="1"/>
          </p:cNvSpPr>
          <p:nvPr>
            <p:ph type="body" idx="1"/>
          </p:nvPr>
        </p:nvSpPr>
        <p:spPr/>
        <p:txBody>
          <a:bodyPr/>
          <a:lstStyle/>
          <a:p>
            <a:pPr lvl="0"/>
            <a:endParaRPr lang="en-US" sz="800" dirty="0"/>
          </a:p>
          <a:p>
            <a:r>
              <a:rPr lang="en-029" sz="2400" b="1" dirty="0"/>
              <a:t>Enhanced Mobile Experience:</a:t>
            </a:r>
            <a:endParaRPr lang="en-US" sz="2400" dirty="0"/>
          </a:p>
        </p:txBody>
      </p:sp>
      <p:sp>
        <p:nvSpPr>
          <p:cNvPr id="5" name="Content Placeholder 4"/>
          <p:cNvSpPr>
            <a:spLocks noGrp="1"/>
          </p:cNvSpPr>
          <p:nvPr>
            <p:ph sz="half" idx="2"/>
          </p:nvPr>
        </p:nvSpPr>
        <p:spPr/>
        <p:txBody>
          <a:bodyPr>
            <a:normAutofit fontScale="85000" lnSpcReduction="10000"/>
          </a:bodyPr>
          <a:lstStyle/>
          <a:p>
            <a:r>
              <a:rPr lang="en-029" dirty="0" smtClean="0"/>
              <a:t>Develop </a:t>
            </a:r>
            <a:r>
              <a:rPr lang="en-029" dirty="0"/>
              <a:t>mobile apps with advanced features such as mobile check-in/check-out, digital room keys, and in-app messaging for seamless communication between guests and staff.</a:t>
            </a:r>
            <a:endParaRPr lang="en-US" dirty="0"/>
          </a:p>
          <a:p>
            <a:r>
              <a:rPr lang="en-029" dirty="0"/>
              <a:t>Implement mobile payment solutions and digital wallets for convenient and contact less transaction.</a:t>
            </a:r>
            <a:endParaRPr lang="en-US" dirty="0"/>
          </a:p>
          <a:p>
            <a:endParaRPr lang="en-US" dirty="0"/>
          </a:p>
        </p:txBody>
      </p:sp>
      <p:sp>
        <p:nvSpPr>
          <p:cNvPr id="6" name="Text Placeholder 5"/>
          <p:cNvSpPr>
            <a:spLocks noGrp="1"/>
          </p:cNvSpPr>
          <p:nvPr>
            <p:ph type="body" sz="quarter" idx="3"/>
          </p:nvPr>
        </p:nvSpPr>
        <p:spPr/>
        <p:txBody>
          <a:bodyPr/>
          <a:lstStyle/>
          <a:p>
            <a:pPr lvl="0"/>
            <a:r>
              <a:rPr lang="en-029" sz="1800" b="1" dirty="0"/>
              <a:t>Virtual Reality (VR) and Augmented Reality (AR) Applications:</a:t>
            </a:r>
            <a:endParaRPr lang="en-US" sz="1800" dirty="0"/>
          </a:p>
        </p:txBody>
      </p:sp>
      <p:sp>
        <p:nvSpPr>
          <p:cNvPr id="7" name="Content Placeholder 6"/>
          <p:cNvSpPr>
            <a:spLocks noGrp="1"/>
          </p:cNvSpPr>
          <p:nvPr>
            <p:ph sz="quarter" idx="4"/>
          </p:nvPr>
        </p:nvSpPr>
        <p:spPr/>
        <p:txBody>
          <a:bodyPr>
            <a:normAutofit fontScale="92500" lnSpcReduction="20000"/>
          </a:bodyPr>
          <a:lstStyle/>
          <a:p>
            <a:r>
              <a:rPr lang="en-029" dirty="0"/>
              <a:t>Develop VR and AR applications for virtual tours of hostel facilities, allowing potential guests to explore rooms and amenities remotely.</a:t>
            </a:r>
            <a:endParaRPr lang="en-US" dirty="0"/>
          </a:p>
          <a:p>
            <a:r>
              <a:rPr lang="en-029" dirty="0"/>
              <a:t>Use AR for interactive maps and navigation within the hostel premises, providing guests with directions and information about nearby attractions.</a:t>
            </a:r>
            <a:endParaRPr lang="en-US" dirty="0"/>
          </a:p>
          <a:p>
            <a:endParaRPr lang="en-US" dirty="0"/>
          </a:p>
        </p:txBody>
      </p:sp>
    </p:spTree>
    <p:extLst>
      <p:ext uri="{BB962C8B-B14F-4D97-AF65-F5344CB8AC3E}">
        <p14:creationId xmlns:p14="http://schemas.microsoft.com/office/powerpoint/2010/main" val="3102277590"/>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029" b="1" dirty="0"/>
              <a:t>Conclusion</a:t>
            </a:r>
            <a:endParaRPr lang="en-US" dirty="0"/>
          </a:p>
        </p:txBody>
      </p:sp>
      <p:sp>
        <p:nvSpPr>
          <p:cNvPr id="8" name="Rectangle 7"/>
          <p:cNvSpPr/>
          <p:nvPr/>
        </p:nvSpPr>
        <p:spPr>
          <a:xfrm>
            <a:off x="1295402" y="2538484"/>
            <a:ext cx="9977649" cy="2169825"/>
          </a:xfrm>
          <a:prstGeom prst="rect">
            <a:avLst/>
          </a:prstGeom>
        </p:spPr>
        <p:txBody>
          <a:bodyPr wrap="square">
            <a:spAutoFit/>
          </a:bodyPr>
          <a:lstStyle/>
          <a:p>
            <a:pPr marL="685800" marR="0" indent="457200" algn="just">
              <a:lnSpc>
                <a:spcPct val="150000"/>
              </a:lnSpc>
              <a:spcBef>
                <a:spcPts val="0"/>
              </a:spcBef>
              <a:spcAft>
                <a:spcPts val="0"/>
              </a:spcAft>
            </a:pPr>
            <a:r>
              <a:rPr lang="en-029" dirty="0" smtClean="0">
                <a:effectLst/>
                <a:latin typeface="Times New Roman" panose="02020603050405020304" pitchFamily="18" charset="0"/>
                <a:ea typeface="Calibri" panose="020F0502020204030204" pitchFamily="34" charset="0"/>
              </a:rPr>
              <a:t>Ultimately, the hostel website management system is more than just a software platform—it's a catalyst for transformation, empowering hoteliers to create memorable stays for their guests while maximizing operational efficiency and profitability. With the right tools and strategies in place, the future of hostel management is boundless, promising a world of possibilities for hostel owners, managers, and guests alike.</a:t>
            </a:r>
            <a:endParaRPr lang="en-US" sz="12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02432625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22859" y="3244334"/>
            <a:ext cx="6346289" cy="1862048"/>
          </a:xfrm>
          <a:prstGeom prst="rect">
            <a:avLst/>
          </a:prstGeom>
        </p:spPr>
        <p:txBody>
          <a:bodyPr wrap="none">
            <a:spAutoFit/>
          </a:bodyPr>
          <a:lstStyle/>
          <a:p>
            <a:pPr algn="ctr"/>
            <a:r>
              <a:rPr lang="en-US" sz="11500" dirty="0" smtClean="0"/>
              <a:t>Thank you</a:t>
            </a:r>
            <a:endParaRPr lang="en-US" dirty="0"/>
          </a:p>
        </p:txBody>
      </p:sp>
    </p:spTree>
    <p:extLst>
      <p:ext uri="{BB962C8B-B14F-4D97-AF65-F5344CB8AC3E}">
        <p14:creationId xmlns:p14="http://schemas.microsoft.com/office/powerpoint/2010/main" val="3838936037"/>
      </p:ext>
    </p:extLst>
  </p:cSld>
  <p:clrMapOvr>
    <a:masterClrMapping/>
  </p:clrMapOvr>
  <p:transition spd="slow">
    <p:wip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43</TotalTime>
  <Words>463</Words>
  <Application>Microsoft Office PowerPoint</Application>
  <PresentationFormat>Widescreen</PresentationFormat>
  <Paragraphs>41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Garamond</vt:lpstr>
      <vt:lpstr>Times New Roman</vt:lpstr>
      <vt:lpstr>Organic</vt:lpstr>
      <vt:lpstr> LOYOLA MEN’S HOSTEL MANAGEMENT SYSTEM VIGNESH.V    [23021U09049]</vt:lpstr>
      <vt:lpstr>ABSTRACT </vt:lpstr>
      <vt:lpstr>Problem Statement   </vt:lpstr>
      <vt:lpstr>Proposed System</vt:lpstr>
      <vt:lpstr>Hardware Requirements &amp; Software Requirements</vt:lpstr>
      <vt:lpstr>List of Modules </vt:lpstr>
      <vt:lpstr>Sequence Diagram </vt:lpstr>
      <vt:lpstr>Data Flow Diagram</vt:lpstr>
      <vt:lpstr>Database Table Design</vt:lpstr>
      <vt:lpstr>Screenshot</vt:lpstr>
      <vt:lpstr>PowerPoint Presentation</vt:lpstr>
      <vt:lpstr>PowerPoint Presentation</vt:lpstr>
      <vt:lpstr>PowerPoint Presentation</vt:lpstr>
      <vt:lpstr>PowerPoint Presentation</vt:lpstr>
      <vt:lpstr>Future Scope</vt:lpstr>
      <vt:lpstr>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LOYOLA MEN’S HOSTEL MANAGEMENT SYSTEM VIGNESH.V    [23021U09049]</dc:title>
  <dc:creator>comlab39</dc:creator>
  <cp:lastModifiedBy>comlab39</cp:lastModifiedBy>
  <cp:revision>26</cp:revision>
  <dcterms:created xsi:type="dcterms:W3CDTF">2024-03-26T09:54:59Z</dcterms:created>
  <dcterms:modified xsi:type="dcterms:W3CDTF">2024-03-26T10:38:39Z</dcterms:modified>
</cp:coreProperties>
</file>